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81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2026 병원 성장 전략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1819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왜 잘 나가는 원장님들은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'마케팅천재'를 찾을까요?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914400" cy="457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5181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Noto Sans KR"/>
              </a:rPr>
              <a:t>수년 간 1,000개+ 병원 마케팅 데이터를 분석한 결과, 답은 명확했습니다.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45720" cy="6858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389120"/>
            <a:ext cx="5136184" cy="68580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62272"/>
            <a:ext cx="490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36592"/>
            <a:ext cx="4907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010-5848-9572 (카톡/전화)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828800"/>
            <a:ext cx="4999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Noto Serif KR"/>
              </a:rPr>
              <a:t>1,000+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6384" y="2880360"/>
            <a:ext cx="4999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병원 마케팅 데이터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36384" y="346557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0976" y="338328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브랜드 블로그 × 플레이스 시너지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6384" y="387705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0976" y="379476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신환 · 내방 폭발적 증가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6384" y="428853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0976" y="420624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마케팅 ROAS 평균 1,000%+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핵심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A6FD8"/>
                </a:solidFill>
                <a:latin typeface="Noto Serif KR"/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KR"/>
              </a:rPr>
              <a:t>병원 마케팅에서</a:t>
            </a:r>
          </a:p>
          <a:p>
            <a:pPr algn="l"/>
            <a:r>
              <a:rPr sz="2000" b="1">
                <a:solidFill>
                  <a:srgbClr val="F0C040"/>
                </a:solidFill>
                <a:latin typeface="Noto Serif KR"/>
              </a:rPr>
              <a:t>[브랜드 블로그]와 [플레이스] 조합을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Noto Serif KR"/>
              </a:rPr>
              <a:t>이길 수 있는 매체는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KR"/>
              </a:rPr>
              <a:t>이 두 고리가 맞물렸을 때 '신환'과 '내방'이라는 결과가 폭발적으로 터져 나왔습니다.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50x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파워링크 대비 효율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1,000%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평균 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6개월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J커브 점유 타임라인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요즘 시대에 블로그를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꼭 해야 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4864" cy="658368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286000"/>
            <a:ext cx="11039551" cy="658368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08200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네, 2026년 현재까지도 가장 안정적으로 내원을 만드는 마케팅은 단연코 블로그입니다.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Noto Sans KR"/>
              </a:rPr>
              <a:t>"가장 먼저, 그리고 반드시 브랜드블로그부터 시작하셔야 합니다."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3606698" cy="12801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까다로운 의료광고법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42816"/>
            <a:ext cx="333237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의료인 명의의 브랜드 블로그는 원장님의 진심과 전문성을 전달할 수 있는 유일한 공식 채널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498" y="3520440"/>
            <a:ext cx="3606698" cy="12801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498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9658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복리로 쌓이는 자산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658" y="4242816"/>
            <a:ext cx="333237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매달 20~30개씩 포스팅이 누적되어 검색 상단을 장악하는 '디지털 부동산'이 됩니다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6356" y="3520440"/>
            <a:ext cx="3606698" cy="12801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6356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3516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3516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AI 검색이 선택하는 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4242816"/>
            <a:ext cx="333237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2026년 네이버 AI 답변 시스템은 '출처가 명확하고 깊이 있는 정보'를 우선순위로 선택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블로그 해봤는데,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효과가 없었어요.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286000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효과가 없었던 이유는 환자의 내방을 고려하지 않은 '편법/저품질 방식' 때문입니다.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1828800" cy="109728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Noto Serif KR"/>
              </a:rPr>
              <a:t>50배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  <a:latin typeface="Noto Sans KR"/>
              </a:rPr>
              <a:t>파워링크 대비 효율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017520"/>
            <a:ext cx="9082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노출궤도에 올라간 블로그는 일 12~18만원 예산으로 하루 2~300명의 방문자를 만들어 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520440"/>
            <a:ext cx="9082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파워링크로 환산하면 동일량의 방문자를 만드는 데 하루 600만~900만원이 소요됩니다.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54864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4160520"/>
            <a:ext cx="11039551" cy="65836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70248"/>
            <a:ext cx="107743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Noto Sans KR"/>
              </a:rPr>
              <a:t>⚠ '싸구려 대행'에 속지 마세요 — AI가 영혼 없이 돌린 원고나, 기계적 배포 방식은 이제 네이버에서 가장 먼저 걸러집니다.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'마케팅천재'는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단순한 글쓰기 기계가 아닙니다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965960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39112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상위노출 로직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50008"/>
            <a:ext cx="100885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네이버 검색 알고리즘을 분석한 전략으로 검색 결과 최상단을 점령합니다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3081528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54680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검색 예상 키워드 발굴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65576"/>
            <a:ext cx="100885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환자가 실제로 검색하는 황금 키워드를 발굴해 콘텐츠를 전략적으로 설계합니다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97096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4197096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42816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70248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심리 기획 원고로 내방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81144"/>
            <a:ext cx="100885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환자의 심리 흐름을 설계해 블로그를 읽는 것만으로 '방문 결심'을 이끌어냅니다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이것만이 2026년 의료 시장에서 가장 안전하게, 확실하게 원장님의 진료실 문을 열게 만드는 방법입니다.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시작하면 신환이 바로 늘까요?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언제쯤 성과가 보이나요?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286000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첫 달부터 환자가 줄 서는 기적은 없습니다. '임계점'을 넘는 순간 반드시 폭발합니다.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923"/>
                </a:solidFill>
                <a:latin typeface="Noto Sans KR"/>
              </a:rPr>
              <a:t>마케팅천재는 [플레이스 유입 + 블로그 설득] 시너지로 빌드업 속도를 압도적으로 앞당깁니다.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10배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마케팅 투자비용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66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1,000%+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평균 ROAS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566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6개월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J커브 점유 시점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🚀 성과 타임라인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데이터가 증명하는 '성과 가속'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타임라인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3606698" cy="64008"/>
          </a:xfrm>
          <a:prstGeom prst="rect">
            <a:avLst/>
          </a:prstGeom>
          <a:solidFill>
            <a:srgbClr val="99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1단계 · 1~2개월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기반 구축기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병원 정체성 확립, 네이버 AI 신뢰 데이터 축적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플레이스 상위노출 최적화 동시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9624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브랜드 블로그 육성 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2498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2498" y="1965960"/>
            <a:ext cx="3606698" cy="64008"/>
          </a:xfrm>
          <a:prstGeom prst="rect">
            <a:avLst/>
          </a:prstGeom>
          <a:solidFill>
            <a:srgbClr val="558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2226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2단계 · 3~4개월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2226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확신 유입기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226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"블로그 보고 왔어요", "플레이스 보고 전화드렸어요"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2226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철학에 설득된 '충성 신환' 유입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6356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6356" y="1965960"/>
            <a:ext cx="3606698" cy="64008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6084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3단계 · 6개월 이후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084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J커브 점유기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6084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'디지털 부동산' 복리 효과 폭발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6084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주요 황금 키워드 점유, 경쟁 병원과 격차 확대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우리 병원의 전문성을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제대로 담아낼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286000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원장님의 진료 철학과 병원의 핵심 강점을 써내는 것이 저희의 실력입니다.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3606698" cy="1234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729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심층 인터뷰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65576"/>
            <a:ext cx="333237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진료 철학/핵심 강점을 단 한 번의 인터뷰로 압축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2498" y="3063240"/>
            <a:ext cx="3606698" cy="1234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2498" y="30632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9658" y="31729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의료 전문 작가 전담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9658" y="3465576"/>
            <a:ext cx="333237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전문 지식을 환자 눈높이의 '설득 언어'로 재탄생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6356" y="3063240"/>
            <a:ext cx="3606698" cy="1234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6356" y="30632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3516" y="31729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클린 IP &amp; 보안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3516" y="3465576"/>
            <a:ext cx="333237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네이버가 신뢰하는 환경에서 안전하게 발행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0559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가장 비효율적인 병원은 원장님이 마케팅 원고를 고민하느라 진료와 경영에 에너지를 못 쏟는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주변 병원이 이미 선점했는데,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승산이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286000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네, 충분합니다. 결국 복리가 쌓이는 시간 싸움입니다.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54864" cy="18288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3063240"/>
            <a:ext cx="11039551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72968"/>
            <a:ext cx="107743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후발주자를 단숨에 1위로 만드는 '최다 점유'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93592"/>
            <a:ext cx="107743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네이버 허용 계정 '3개'를 300% 활용: 원장님 명의로 성격이 다른 3개 채널을 동시 가동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59352"/>
            <a:ext cx="10774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(공식/철학형 · 정보/키워드형 · 스토리형)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107743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6FD8"/>
                </a:solidFill>
                <a:latin typeface="Noto Sans KR"/>
              </a:rPr>
              <a:t>→ 경쟁 병원이 1개 채널로 싸울 때, 우리는 3개 채널로 검색 결과를 장악합니다.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923"/>
                </a:solidFill>
                <a:latin typeface="Noto Sans KR"/>
              </a:rPr>
              <a:t>지금 시작해도 6개월이면 충분히 역전 가능합니다.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90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DDFF"/>
                </a:solidFill>
                <a:latin typeface="Noto Sans KR"/>
              </a:rPr>
              <a:t>마케팅 투자 대비 수익률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904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Noto Serif KR"/>
              </a:rPr>
              <a:t>1,000%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5090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Noto Sans KR"/>
              </a:rPr>
              <a:t>마케팅천재와 함께하는 원장님들이
실제로 경험하고 있는 평균 ROAS입니다.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61188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브랜드 블로그 × 플레이스 시너지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2336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6개월 J커브 성장 타임라인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2628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43484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복리로 쌓이는 디지털 자산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280160"/>
            <a:ext cx="5090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지금 바로 시작하세요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6384" y="1691640"/>
            <a:ext cx="5090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잘 나가는 원장님들이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선택한 이유,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직접 경험해보세요.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36384" y="3429000"/>
            <a:ext cx="5090464" cy="13716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264" y="3566160"/>
            <a:ext cx="4816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erif KR"/>
              </a:rPr>
              <a:t>마케팅천재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9264" y="3977640"/>
            <a:ext cx="4816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Noto Sans KR"/>
              </a:rPr>
              <a:t>대표 정귀명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9264" y="4297680"/>
            <a:ext cx="4816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Noto Sans KR"/>
              </a:rPr>
              <a:t>010-5848-9572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6384" y="4910328"/>
            <a:ext cx="5090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카카오톡 또는 전화로 문의주시면
무료 상담 후 맞춤 전략을 제안드립니다.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